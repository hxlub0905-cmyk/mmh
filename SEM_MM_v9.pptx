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E2419"/>
          </a:solidFill>
          <a:ln w="12700">
            <a:solidFill>
              <a:srgbClr val="2E24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69664"/>
            <a:ext cx="9144000" cy="973836"/>
          </a:xfrm>
          <a:prstGeom prst="rect">
            <a:avLst/>
          </a:prstGeom>
          <a:solidFill>
            <a:srgbClr val="2E2419"/>
          </a:solidFill>
          <a:ln w="12700">
            <a:solidFill>
              <a:srgbClr val="2E241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29F4B"/>
          </a:solidFill>
          <a:ln w="12700">
            <a:solidFill>
              <a:srgbClr val="F29F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2011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29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製程工程師 × AI × 11天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56032" y="877824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29F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 MM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256032" y="213969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8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CD量測自動化工具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56032" y="2578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CD Measurement Tool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" y="2944368"/>
            <a:ext cx="4389120" cy="0"/>
          </a:xfrm>
          <a:prstGeom prst="line">
            <a:avLst/>
          </a:prstGeom>
          <a:noFill/>
          <a:ln w="12700">
            <a:solidFill>
              <a:srgbClr val="5A48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3090672"/>
            <a:ext cx="2103120" cy="420624"/>
          </a:xfrm>
          <a:prstGeom prst="rect">
            <a:avLst/>
          </a:prstGeom>
          <a:solidFill>
            <a:srgbClr val="3F3428"/>
          </a:solidFill>
          <a:ln w="12700">
            <a:solidFill>
              <a:srgbClr val="5A48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3090672"/>
            <a:ext cx="2103120" cy="45720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314553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8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背景與比較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42032" y="3090672"/>
            <a:ext cx="2103120" cy="420624"/>
          </a:xfrm>
          <a:prstGeom prst="rect">
            <a:avLst/>
          </a:prstGeom>
          <a:solidFill>
            <a:srgbClr val="3F3428"/>
          </a:solidFill>
          <a:ln w="12700">
            <a:solidFill>
              <a:srgbClr val="5A48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42032" y="3090672"/>
            <a:ext cx="2103120" cy="45720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33472" y="314553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8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對話設計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" y="3621024"/>
            <a:ext cx="2103120" cy="420624"/>
          </a:xfrm>
          <a:prstGeom prst="rect">
            <a:avLst/>
          </a:prstGeom>
          <a:solidFill>
            <a:srgbClr val="3F3428"/>
          </a:solidFill>
          <a:ln w="12700">
            <a:solidFill>
              <a:srgbClr val="5A48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3621024"/>
            <a:ext cx="2103120" cy="45720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6758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8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演算法開發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42032" y="3621024"/>
            <a:ext cx="2103120" cy="420624"/>
          </a:xfrm>
          <a:prstGeom prst="rect">
            <a:avLst/>
          </a:prstGeom>
          <a:solidFill>
            <a:srgbClr val="3F3428"/>
          </a:solidFill>
          <a:ln w="12700">
            <a:solidFill>
              <a:srgbClr val="5A48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42032" y="3621024"/>
            <a:ext cx="2103120" cy="45720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33472" y="36758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8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交付驗證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56048" y="877824"/>
            <a:ext cx="3931920" cy="3291840"/>
          </a:xfrm>
          <a:prstGeom prst="rect">
            <a:avLst/>
          </a:prstGeom>
          <a:solidFill>
            <a:srgbClr val="F0EDE6"/>
          </a:solidFill>
          <a:ln w="12700">
            <a:solidFill>
              <a:srgbClr val="CCC8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56048" y="877824"/>
            <a:ext cx="3931920" cy="3291840"/>
          </a:xfrm>
          <a:prstGeom prst="line">
            <a:avLst/>
          </a:prstGeom>
          <a:noFill/>
          <a:ln w="9525">
            <a:solidFill>
              <a:srgbClr val="DEDA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23042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App 主介面截圖 ]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47488" y="25968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（請替換為實際截圖）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56032" y="427939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Days  ·  20 Sessions  ·  77+ Tests  ·  0 Lines Coded by Hand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46720" y="42793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09728"/>
            <a:ext cx="8778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8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為什麼要做這個工具？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" y="5486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背景：量測流程的 Cycle Time 問題，以及 LLM 選擇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768096"/>
            <a:ext cx="8778240" cy="0"/>
          </a:xfrm>
          <a:prstGeom prst="line">
            <a:avLst/>
          </a:prstGeom>
          <a:noFill/>
          <a:ln w="19050">
            <a:solidFill>
              <a:srgbClr val="E8E4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841248"/>
            <a:ext cx="4206240" cy="219456"/>
          </a:xfrm>
          <a:prstGeom prst="rect">
            <a:avLst/>
          </a:prstGeom>
          <a:solidFill>
            <a:srgbClr val="F0EEE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84124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手動量測流程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1078992"/>
            <a:ext cx="4206240" cy="438912"/>
          </a:xfrm>
          <a:prstGeom prst="rect">
            <a:avLst/>
          </a:prstGeom>
          <a:solidFill>
            <a:srgbClr val="F8F7F5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078992"/>
            <a:ext cx="3986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AI team 手動 Coding 量測工具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2880" y="1572768"/>
            <a:ext cx="4206240" cy="438912"/>
          </a:xfrm>
          <a:prstGeom prst="rect">
            <a:avLst/>
          </a:prstGeom>
          <a:solidFill>
            <a:srgbClr val="F8F7F5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572768"/>
            <a:ext cx="3986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換製程 / Part / 站點 → 全部重寫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880" y="2066544"/>
            <a:ext cx="4206240" cy="438912"/>
          </a:xfrm>
          <a:prstGeom prst="rect">
            <a:avLst/>
          </a:prstGeom>
          <a:solidFill>
            <a:srgbClr val="F8F7F5"/>
          </a:solidFill>
          <a:ln w="6350">
            <a:solidFill>
              <a:srgbClr val="E8E4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2066544"/>
            <a:ext cx="3986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Cycle Time 過長，無法快速響應需求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2880" y="25420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97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長官提問：能不能讓不會 Coding 的人，自己做工具？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2880" y="2871216"/>
            <a:ext cx="4206240" cy="219456"/>
          </a:xfrm>
          <a:prstGeom prst="rect">
            <a:avLst/>
          </a:prstGeom>
          <a:solidFill>
            <a:srgbClr val="FEF6EA"/>
          </a:solidFill>
          <a:ln w="12700">
            <a:solidFill>
              <a:srgbClr val="FDE8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287121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7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任務：製程工程師獨力完成工具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2880" y="3108960"/>
            <a:ext cx="4206240" cy="347472"/>
          </a:xfrm>
          <a:prstGeom prst="rect">
            <a:avLst/>
          </a:prstGeom>
          <a:solidFill>
            <a:srgbClr val="FEF6EA"/>
          </a:solidFill>
          <a:ln w="6350">
            <a:solidFill>
              <a:srgbClr val="FDE8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3108960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8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Recipe 架構 — 換製程不需重寫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2880" y="3511296"/>
            <a:ext cx="4206240" cy="347472"/>
          </a:xfrm>
          <a:prstGeom prst="rect">
            <a:avLst/>
          </a:prstGeom>
          <a:solidFill>
            <a:srgbClr val="FEF6EA"/>
          </a:solidFill>
          <a:ln w="6350">
            <a:solidFill>
              <a:srgbClr val="FDE8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3511296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8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11天完成 Production-grade 工具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08576" y="822960"/>
            <a:ext cx="0" cy="3931920"/>
          </a:xfrm>
          <a:prstGeom prst="line">
            <a:avLst/>
          </a:prstGeom>
          <a:noFill/>
          <a:ln w="12700">
            <a:solidFill>
              <a:srgbClr val="E8E4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0016" y="841248"/>
            <a:ext cx="4261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8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為何選擇 Claude Code？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0016" y="1097280"/>
            <a:ext cx="4261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相同 Prompt → 兩個 LLM → 第一版差異巨大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0016" y="1316736"/>
            <a:ext cx="2048256" cy="1188720"/>
          </a:xfrm>
          <a:prstGeom prst="rect">
            <a:avLst/>
          </a:prstGeom>
          <a:solidFill>
            <a:srgbClr val="F0EDE6"/>
          </a:solidFill>
          <a:ln w="12700">
            <a:solidFill>
              <a:srgbClr val="CCC8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0016" y="1316736"/>
            <a:ext cx="2048256" cy="1188720"/>
          </a:xfrm>
          <a:prstGeom prst="line">
            <a:avLst/>
          </a:prstGeom>
          <a:noFill/>
          <a:ln w="9525">
            <a:solidFill>
              <a:srgbClr val="DEDA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169164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tGenie 第一版 ]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91456" y="1984248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（請替換截圖）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821424" y="1316736"/>
            <a:ext cx="2048256" cy="1188720"/>
          </a:xfrm>
          <a:prstGeom prst="rect">
            <a:avLst/>
          </a:prstGeom>
          <a:solidFill>
            <a:srgbClr val="F0EDE6"/>
          </a:solidFill>
          <a:ln w="12700">
            <a:solidFill>
              <a:srgbClr val="CCC8C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21424" y="1316736"/>
            <a:ext cx="2048256" cy="1188720"/>
          </a:xfrm>
          <a:prstGeom prst="line">
            <a:avLst/>
          </a:prstGeom>
          <a:noFill/>
          <a:ln w="9525">
            <a:solidFill>
              <a:srgbClr val="DEDAD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12864" y="169164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Claude Code 第一版 ]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912864" y="1984248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（請替換截圖）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00016" y="2542032"/>
            <a:ext cx="2048256" cy="201168"/>
          </a:xfrm>
          <a:prstGeom prst="rect">
            <a:avLst/>
          </a:prstGeom>
          <a:solidFill>
            <a:srgbClr val="F0EEE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0016" y="2542032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tGenie（公司LLM）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821424" y="2542032"/>
            <a:ext cx="2048256" cy="201168"/>
          </a:xfrm>
          <a:prstGeom prst="rect">
            <a:avLst/>
          </a:prstGeom>
          <a:solidFill>
            <a:srgbClr val="FEF6EA"/>
          </a:solidFill>
          <a:ln w="12700">
            <a:solidFill>
              <a:srgbClr val="FDE8C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21424" y="2542032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7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✓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00016" y="2798064"/>
            <a:ext cx="4261104" cy="2011680"/>
          </a:xfrm>
          <a:prstGeom prst="rect">
            <a:avLst/>
          </a:prstGeom>
          <a:solidFill>
            <a:srgbClr val="EEEAF8"/>
          </a:solidFill>
          <a:ln w="12700">
            <a:solidFill>
              <a:srgbClr val="C8C4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28529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示意圖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545836" y="3072384"/>
            <a:ext cx="2569464" cy="621792"/>
          </a:xfrm>
          <a:prstGeom prst="rect">
            <a:avLst/>
          </a:prstGeom>
          <a:ln w="19050">
            <a:solidFill>
              <a:srgbClr val="7060C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45836" y="3072384"/>
            <a:ext cx="2569464" cy="182880"/>
          </a:xfrm>
          <a:prstGeom prst="rect">
            <a:avLst/>
          </a:prstGeom>
          <a:solidFill>
            <a:srgbClr val="7060C0"/>
          </a:solidFill>
          <a:ln w="12700">
            <a:solidFill>
              <a:srgbClr val="7060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45836" y="3072384"/>
            <a:ext cx="2569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969764" y="3127248"/>
            <a:ext cx="566928" cy="420624"/>
          </a:xfrm>
          <a:prstGeom prst="rect">
            <a:avLst/>
          </a:prstGeom>
          <a:solidFill>
            <a:srgbClr val="D0CCC8"/>
          </a:solidFill>
          <a:ln/>
        </p:spPr>
      </p:sp>
      <p:sp>
        <p:nvSpPr>
          <p:cNvPr id="42" name="Text 40"/>
          <p:cNvSpPr/>
          <p:nvPr/>
        </p:nvSpPr>
        <p:spPr>
          <a:xfrm>
            <a:off x="4969764" y="3127248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5253228" y="3547872"/>
            <a:ext cx="0" cy="91440"/>
          </a:xfrm>
          <a:prstGeom prst="line">
            <a:avLst/>
          </a:prstGeom>
          <a:noFill/>
          <a:ln w="9525">
            <a:solidFill>
              <a:srgbClr val="8888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78324" y="3639312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外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5600700" y="3127248"/>
            <a:ext cx="566928" cy="420624"/>
          </a:xfrm>
          <a:prstGeom prst="rect">
            <a:avLst/>
          </a:prstGeom>
          <a:solidFill>
            <a:srgbClr val="A8D8A0"/>
          </a:solidFill>
          <a:ln/>
        </p:spPr>
      </p:sp>
      <p:sp>
        <p:nvSpPr>
          <p:cNvPr id="46" name="Text 44"/>
          <p:cNvSpPr/>
          <p:nvPr/>
        </p:nvSpPr>
        <p:spPr>
          <a:xfrm>
            <a:off x="5600700" y="3127248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對話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6231636" y="3127248"/>
            <a:ext cx="566928" cy="420624"/>
          </a:xfrm>
          <a:prstGeom prst="rect">
            <a:avLst/>
          </a:prstGeom>
          <a:solidFill>
            <a:srgbClr val="F9D07A"/>
          </a:solidFill>
          <a:ln/>
        </p:spPr>
      </p:sp>
      <p:sp>
        <p:nvSpPr>
          <p:cNvPr id="48" name="Text 46"/>
          <p:cNvSpPr/>
          <p:nvPr/>
        </p:nvSpPr>
        <p:spPr>
          <a:xfrm>
            <a:off x="6231636" y="3127248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對話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6862572" y="3127248"/>
            <a:ext cx="566928" cy="420624"/>
          </a:xfrm>
          <a:prstGeom prst="rect">
            <a:avLst/>
          </a:prstGeom>
          <a:solidFill>
            <a:srgbClr val="A8C8F0"/>
          </a:solidFill>
          <a:ln/>
        </p:spPr>
      </p:sp>
      <p:sp>
        <p:nvSpPr>
          <p:cNvPr id="50" name="Text 48"/>
          <p:cNvSpPr/>
          <p:nvPr/>
        </p:nvSpPr>
        <p:spPr>
          <a:xfrm>
            <a:off x="6862572" y="3127248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對話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7493508" y="3127248"/>
            <a:ext cx="566928" cy="420624"/>
          </a:xfrm>
          <a:prstGeom prst="rect">
            <a:avLst/>
          </a:prstGeom>
          <a:solidFill>
            <a:srgbClr val="B0A0E8"/>
          </a:solidFill>
          <a:ln/>
        </p:spPr>
      </p:sp>
      <p:sp>
        <p:nvSpPr>
          <p:cNvPr id="52" name="Text 50"/>
          <p:cNvSpPr/>
          <p:nvPr/>
        </p:nvSpPr>
        <p:spPr>
          <a:xfrm>
            <a:off x="7493508" y="3127248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...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8124444" y="3127248"/>
            <a:ext cx="566928" cy="420624"/>
          </a:xfrm>
          <a:prstGeom prst="rect">
            <a:avLst/>
          </a:prstGeom>
          <a:solidFill>
            <a:srgbClr val="F0EEF8"/>
          </a:solidFill>
          <a:ln w="12700">
            <a:solidFill>
              <a:srgbClr val="A090D0"/>
            </a:solidFill>
            <a:prstDash val="dash"/>
          </a:ln>
        </p:spPr>
      </p:sp>
      <p:sp>
        <p:nvSpPr>
          <p:cNvPr id="54" name="Text 52"/>
          <p:cNvSpPr/>
          <p:nvPr/>
        </p:nvSpPr>
        <p:spPr>
          <a:xfrm>
            <a:off x="8124444" y="3127248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（可用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空間）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8005572" y="3108960"/>
            <a:ext cx="91440" cy="512064"/>
          </a:xfrm>
          <a:prstGeom prst="rect">
            <a:avLst/>
          </a:prstGeom>
          <a:solidFill>
            <a:srgbClr val="C8C4E0"/>
          </a:solidFill>
          <a:ln w="12700">
            <a:solidFill>
              <a:srgbClr val="C8C4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005572" y="3108960"/>
            <a:ext cx="91440" cy="201168"/>
          </a:xfrm>
          <a:prstGeom prst="rect">
            <a:avLst/>
          </a:prstGeom>
          <a:solidFill>
            <a:srgbClr val="7060C0"/>
          </a:solidFill>
          <a:ln w="12700">
            <a:solidFill>
              <a:srgbClr val="7060C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73168" y="45537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越大 → 記住越多脈絡 → 語法錯誤少、回答更準確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8641080" y="48691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09728"/>
            <a:ext cx="8778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8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如何開始？對話設計工具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" y="5486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我說需求 → AI產生計畫 → Claude Code 實作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768096"/>
            <a:ext cx="8778240" cy="0"/>
          </a:xfrm>
          <a:prstGeom prst="line">
            <a:avLst/>
          </a:prstGeom>
          <a:noFill/>
          <a:ln w="19050">
            <a:solidFill>
              <a:srgbClr val="E8E4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868680"/>
            <a:ext cx="2743200" cy="804672"/>
          </a:xfrm>
          <a:prstGeom prst="rect">
            <a:avLst/>
          </a:prstGeom>
          <a:solidFill>
            <a:srgbClr val="FEF6EA"/>
          </a:solidFill>
          <a:ln w="12700">
            <a:solidFill>
              <a:srgbClr val="FDE8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868680"/>
            <a:ext cx="2743200" cy="45720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60120"/>
            <a:ext cx="365760" cy="237744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6012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96012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8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我說需求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12710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用自然語言描述量測邏輯、結構、輸出格式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44368" y="106984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7D2A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163824" y="868680"/>
            <a:ext cx="2743200" cy="804672"/>
          </a:xfrm>
          <a:prstGeom prst="rect">
            <a:avLst/>
          </a:prstGeom>
          <a:solidFill>
            <a:srgbClr val="FEF6EA"/>
          </a:solidFill>
          <a:ln w="12700">
            <a:solidFill>
              <a:srgbClr val="FDE8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63824" y="868680"/>
            <a:ext cx="2743200" cy="45720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55264" y="960120"/>
            <a:ext cx="365760" cy="237744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55264" y="96012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12464" y="96012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8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AI生成計畫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55264" y="12710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Claude分析需求，產生完整架構Plan與Prompt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25312" y="106984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7D2A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144768" y="868680"/>
            <a:ext cx="2743200" cy="804672"/>
          </a:xfrm>
          <a:prstGeom prst="rect">
            <a:avLst/>
          </a:prstGeom>
          <a:solidFill>
            <a:srgbClr val="FEF6EA"/>
          </a:solidFill>
          <a:ln w="12700">
            <a:solidFill>
              <a:srgbClr val="FDE8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44768" y="868680"/>
            <a:ext cx="2743200" cy="45720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36208" y="960120"/>
            <a:ext cx="365760" cy="237744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96012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93408" y="96012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8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Code實作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36208" y="12710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將Prompt貼入CC，逐步迭代，QA確認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82880" y="1783080"/>
            <a:ext cx="4663440" cy="1645920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1783080"/>
            <a:ext cx="4663440" cy="237744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1847088"/>
            <a:ext cx="109728" cy="109728"/>
          </a:xfrm>
          <a:prstGeom prst="rect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2336" y="1847088"/>
            <a:ext cx="109728" cy="109728"/>
          </a:xfrm>
          <a:prstGeom prst="rect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1847088"/>
            <a:ext cx="109728" cy="109728"/>
          </a:xfrm>
          <a:prstGeom prst="rect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18105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prompt.md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56032" y="2066544"/>
            <a:ext cx="45171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0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量測需求說明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A0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（請在此貼上您的 Prompt 內容）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A0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目標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A0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CMG Y-CD 量測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A0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支援 KLARF 輸出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A0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結構說明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A0D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GLV / MG / PEPI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029200" y="1783080"/>
            <a:ext cx="3931920" cy="1645920"/>
          </a:xfrm>
          <a:prstGeom prst="rect">
            <a:avLst/>
          </a:prstGeom>
          <a:solidFill>
            <a:srgbClr val="F0EDE6"/>
          </a:solidFill>
          <a:ln w="12700">
            <a:solidFill>
              <a:srgbClr val="CCC8C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0" y="1783080"/>
            <a:ext cx="3931920" cy="1645920"/>
          </a:xfrm>
          <a:prstGeom prst="line">
            <a:avLst/>
          </a:prstGeom>
          <a:noFill/>
          <a:ln w="9525">
            <a:solidFill>
              <a:srgbClr val="DEDAD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0" y="2386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對話設計過程截圖 ]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120640" y="26791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（Prompt → Plan 的過程）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82880" y="3493008"/>
            <a:ext cx="8778240" cy="347472"/>
          </a:xfrm>
          <a:prstGeom prst="rect">
            <a:avLst/>
          </a:prstGeom>
          <a:solidFill>
            <a:srgbClr val="FEF6EA"/>
          </a:solidFill>
          <a:ln w="12700">
            <a:solidFill>
              <a:srgbClr val="FDE8C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608" y="34930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C97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關鍵：製程知識（我）+ 程式架構（AI）→ 不需要 Coding 背景，也能產出 Production-grade 工具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82880" y="3895344"/>
            <a:ext cx="4206240" cy="749808"/>
          </a:xfrm>
          <a:prstGeom prst="rect">
            <a:avLst/>
          </a:prstGeom>
          <a:solidFill>
            <a:srgbClr val="F0EDE6"/>
          </a:solidFill>
          <a:ln w="12700">
            <a:solidFill>
              <a:srgbClr val="CCC8C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82880" y="3895344"/>
            <a:ext cx="4206240" cy="749808"/>
          </a:xfrm>
          <a:prstGeom prst="line">
            <a:avLst/>
          </a:prstGeom>
          <a:noFill/>
          <a:ln w="9525">
            <a:solidFill>
              <a:srgbClr val="DEDAD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0507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Claude Code 實作過程截圖 ]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74320" y="43434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（Terminal / 程式碼截圖）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572000" y="3895344"/>
            <a:ext cx="4389120" cy="749808"/>
          </a:xfrm>
          <a:prstGeom prst="rect">
            <a:avLst/>
          </a:prstGeom>
          <a:solidFill>
            <a:srgbClr val="F0EDE6"/>
          </a:solidFill>
          <a:ln w="12700">
            <a:solidFill>
              <a:srgbClr val="CCC8C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0" y="3895344"/>
            <a:ext cx="4389120" cy="749808"/>
          </a:xfrm>
          <a:prstGeom prst="line">
            <a:avLst/>
          </a:prstGeom>
          <a:noFill/>
          <a:ln w="9525">
            <a:solidFill>
              <a:srgbClr val="DEDAD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40507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初版 App 執行截圖 ]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663440" y="434340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（第一次成功執行畫面）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641080" y="48691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09728"/>
            <a:ext cx="8778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8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第一版成果：能跑了！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" y="5486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架構 + 批次量測 + 基本統計輸出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768096"/>
            <a:ext cx="8778240" cy="0"/>
          </a:xfrm>
          <a:prstGeom prst="line">
            <a:avLst/>
          </a:prstGeom>
          <a:noFill/>
          <a:ln w="19050">
            <a:solidFill>
              <a:srgbClr val="E8E4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868680"/>
            <a:ext cx="40233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68680"/>
            <a:ext cx="4023360" cy="45720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" y="960120"/>
            <a:ext cx="402336" cy="256032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96012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960120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18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Recipe 架構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9808" y="1289304"/>
            <a:ext cx="33101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換製程 / Part / 站點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不需重寫程式碼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一個設定檔搞定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880" y="2185416"/>
            <a:ext cx="40233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2185416"/>
            <a:ext cx="4023360" cy="45720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" y="2276856"/>
            <a:ext cx="402336" cy="256032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" y="2276856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" y="2276856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18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批次量測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9808" y="2606040"/>
            <a:ext cx="33101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 張 SEM 影像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數分鐘完成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（取代整天人工）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" y="3502152"/>
            <a:ext cx="40233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2880" y="3502152"/>
            <a:ext cx="4023360" cy="45720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" y="3593592"/>
            <a:ext cx="402336" cy="256032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7744" y="359359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" y="3593592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18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自動化報告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" y="3922776"/>
            <a:ext cx="33101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Excel / HTML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含統計數據與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標注影像預覽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07408" y="868680"/>
            <a:ext cx="4553712" cy="3639312"/>
          </a:xfrm>
          <a:prstGeom prst="rect">
            <a:avLst/>
          </a:prstGeom>
          <a:solidFill>
            <a:srgbClr val="F0EDE6"/>
          </a:solidFill>
          <a:ln w="12700">
            <a:solidFill>
              <a:srgbClr val="CCC8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07408" y="868680"/>
            <a:ext cx="4553712" cy="3639312"/>
          </a:xfrm>
          <a:prstGeom prst="line">
            <a:avLst/>
          </a:prstGeom>
          <a:noFill/>
          <a:ln w="9525">
            <a:solidFill>
              <a:srgbClr val="DEDA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98848" y="2468880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第一版 App 完整介面截圖 ]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498848" y="2761488"/>
            <a:ext cx="4370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（量測結果 + 統計輸出）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641080" y="48691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09728"/>
            <a:ext cx="8778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8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CH02：ROI 自動偵測難題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" y="5486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GLV亮度造成 MG+PEPI 合併 → Y-gap 消失 → CMG Y-CD 無法量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768096"/>
            <a:ext cx="8778240" cy="0"/>
          </a:xfrm>
          <a:prstGeom prst="line">
            <a:avLst/>
          </a:prstGeom>
          <a:noFill/>
          <a:ln w="19050">
            <a:solidFill>
              <a:srgbClr val="E8E4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841248"/>
            <a:ext cx="8778240" cy="292608"/>
          </a:xfrm>
          <a:prstGeom prst="rect">
            <a:avLst/>
          </a:prstGeom>
          <a:solidFill>
            <a:srgbClr val="FAE0DC"/>
          </a:solidFill>
          <a:ln w="12700">
            <a:solidFill>
              <a:srgbClr val="E0B0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84124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問題：GLV 亮度過高 → MG 與 PEPI 合併成一個 Blob → Y-gap 消失 → CMG Y-CD = 無法量測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2880" y="1188720"/>
            <a:ext cx="4114800" cy="237744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1887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Strip Mask 前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481328"/>
            <a:ext cx="3566160" cy="1645920"/>
          </a:xfrm>
          <a:prstGeom prst="rect">
            <a:avLst/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81328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GLV + MG + PEPI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（合併 Blob）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Y-gap 消失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07408" y="1920240"/>
            <a:ext cx="512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7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97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97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0" y="1188720"/>
            <a:ext cx="3931920" cy="237744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1887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0F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Strip Mask 後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138928" y="1481328"/>
            <a:ext cx="1237488" cy="493776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38928" y="1481328"/>
            <a:ext cx="1237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GLV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(masked)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5175504" y="2029968"/>
            <a:ext cx="1164336" cy="548640"/>
          </a:xfrm>
          <a:prstGeom prst="rect">
            <a:avLst/>
          </a:prstGeom>
          <a:solidFill>
            <a:srgbClr val="C0D8F0"/>
          </a:solidFill>
          <a:ln w="12700">
            <a:solidFill>
              <a:srgbClr val="8AAA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75504" y="2029968"/>
            <a:ext cx="1164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4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757672" y="2615184"/>
            <a:ext cx="0" cy="164592"/>
          </a:xfrm>
          <a:prstGeom prst="line">
            <a:avLst/>
          </a:prstGeom>
          <a:noFill/>
          <a:ln w="19050">
            <a:solidFill>
              <a:srgbClr val="F0C04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175504" y="2816352"/>
            <a:ext cx="1164336" cy="475488"/>
          </a:xfrm>
          <a:prstGeom prst="rect">
            <a:avLst/>
          </a:prstGeom>
          <a:solidFill>
            <a:srgbClr val="C0E8C0"/>
          </a:solidFill>
          <a:ln w="12700">
            <a:solidFill>
              <a:srgbClr val="80B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75504" y="2816352"/>
            <a:ext cx="1164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6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PEPI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49568" y="1481328"/>
            <a:ext cx="1237488" cy="493776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9568" y="1481328"/>
            <a:ext cx="1237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GLV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(masked)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6486144" y="2029968"/>
            <a:ext cx="1164336" cy="548640"/>
          </a:xfrm>
          <a:prstGeom prst="rect">
            <a:avLst/>
          </a:prstGeom>
          <a:solidFill>
            <a:srgbClr val="C0D8F0"/>
          </a:solidFill>
          <a:ln w="12700">
            <a:solidFill>
              <a:srgbClr val="8AAA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86144" y="2029968"/>
            <a:ext cx="1164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4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068312" y="2615184"/>
            <a:ext cx="0" cy="164592"/>
          </a:xfrm>
          <a:prstGeom prst="line">
            <a:avLst/>
          </a:prstGeom>
          <a:noFill/>
          <a:ln w="19050">
            <a:solidFill>
              <a:srgbClr val="F0C040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6486144" y="2816352"/>
            <a:ext cx="1164336" cy="475488"/>
          </a:xfrm>
          <a:prstGeom prst="rect">
            <a:avLst/>
          </a:prstGeom>
          <a:solidFill>
            <a:srgbClr val="C0E8C0"/>
          </a:solidFill>
          <a:ln w="12700">
            <a:solidFill>
              <a:srgbClr val="80B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86144" y="2816352"/>
            <a:ext cx="1164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6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PEPI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760208" y="1481328"/>
            <a:ext cx="1237488" cy="493776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60208" y="1481328"/>
            <a:ext cx="1237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GLV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(masked)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7796784" y="2029968"/>
            <a:ext cx="1164336" cy="548640"/>
          </a:xfrm>
          <a:prstGeom prst="rect">
            <a:avLst/>
          </a:prstGeom>
          <a:solidFill>
            <a:srgbClr val="C0D8F0"/>
          </a:solidFill>
          <a:ln w="12700">
            <a:solidFill>
              <a:srgbClr val="8AAA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96784" y="2029968"/>
            <a:ext cx="1164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4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378952" y="2615184"/>
            <a:ext cx="0" cy="164592"/>
          </a:xfrm>
          <a:prstGeom prst="line">
            <a:avLst/>
          </a:prstGeom>
          <a:noFill/>
          <a:ln w="19050">
            <a:solidFill>
              <a:srgbClr val="F0C040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7796784" y="2816352"/>
            <a:ext cx="1164336" cy="475488"/>
          </a:xfrm>
          <a:prstGeom prst="rect">
            <a:avLst/>
          </a:prstGeom>
          <a:solidFill>
            <a:srgbClr val="C0E8C0"/>
          </a:solidFill>
          <a:ln w="12700">
            <a:solidFill>
              <a:srgbClr val="80B0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96784" y="2816352"/>
            <a:ext cx="1164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6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PEPI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229600" y="257860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Y-gap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(CMG Y-CD)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5029200" y="33284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0F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Y-gap 可見，X-Projection 定位 MG 中心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82880" y="3657600"/>
            <a:ext cx="8778240" cy="310896"/>
          </a:xfrm>
          <a:prstGeom prst="rect">
            <a:avLst/>
          </a:prstGeom>
          <a:solidFill>
            <a:srgbClr val="FEF6EA"/>
          </a:solidFill>
          <a:ln w="12700">
            <a:solidFill>
              <a:srgbClr val="FDE8C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2608" y="365760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C97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解法：Strip Mask（垂直遮蔽 GLV）+ X-Projection（峰值定位 MG 中心）→ 無需 GDS Layout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82880" y="4023360"/>
            <a:ext cx="8778240" cy="749808"/>
          </a:xfrm>
          <a:prstGeom prst="rect">
            <a:avLst/>
          </a:prstGeom>
          <a:solidFill>
            <a:srgbClr val="F0EDE6"/>
          </a:solidFill>
          <a:ln w="12700">
            <a:solidFill>
              <a:srgbClr val="CCC8C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2880" y="4023360"/>
            <a:ext cx="8778240" cy="749808"/>
          </a:xfrm>
          <a:prstGeom prst="line">
            <a:avLst/>
          </a:prstGeom>
          <a:noFill/>
          <a:ln w="9525">
            <a:solidFill>
              <a:srgbClr val="DEDAD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178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SEM 影像實際截圖 — Blob 合併 vs 分離後 ]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74320" y="44714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（請替換為實際 SEM 影像截圖）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641080" y="48691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09728"/>
            <a:ext cx="8778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8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CH03 + CH04：精度定義與座標校正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" y="5486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CD邊緣定義方法 × KLARF 座標轉換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768096"/>
            <a:ext cx="8778240" cy="0"/>
          </a:xfrm>
          <a:prstGeom prst="line">
            <a:avLst/>
          </a:prstGeom>
          <a:noFill/>
          <a:ln w="19050">
            <a:solidFill>
              <a:srgbClr val="E8E4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86868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8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CH03  CD 邊緣定義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152144"/>
            <a:ext cx="4389120" cy="2286000"/>
          </a:xfrm>
          <a:prstGeom prst="rect">
            <a:avLst/>
          </a:prstGeom>
          <a:solidFill>
            <a:srgbClr val="F8F7F5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163824"/>
            <a:ext cx="3931920" cy="0"/>
          </a:xfrm>
          <a:prstGeom prst="line">
            <a:avLst/>
          </a:prstGeom>
          <a:noFill/>
          <a:ln w="12700">
            <a:solidFill>
              <a:srgbClr val="6B60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2962656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Position (px)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335024"/>
            <a:ext cx="0" cy="1810512"/>
          </a:xfrm>
          <a:prstGeom prst="line">
            <a:avLst/>
          </a:prstGeom>
          <a:noFill/>
          <a:ln w="12700">
            <a:solidFill>
              <a:srgbClr val="6B60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131673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48640" y="2980944"/>
            <a:ext cx="365760" cy="0"/>
          </a:xfrm>
          <a:prstGeom prst="line">
            <a:avLst/>
          </a:prstGeom>
          <a:noFill/>
          <a:ln w="19050">
            <a:solidFill>
              <a:srgbClr val="5080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980944"/>
            <a:ext cx="274320" cy="-1280160"/>
          </a:xfrm>
          <a:prstGeom prst="line">
            <a:avLst/>
          </a:prstGeom>
          <a:noFill/>
          <a:ln w="19050">
            <a:solidFill>
              <a:srgbClr val="5080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88720" y="1700784"/>
            <a:ext cx="365760" cy="-182880"/>
          </a:xfrm>
          <a:prstGeom prst="line">
            <a:avLst/>
          </a:prstGeom>
          <a:noFill/>
          <a:ln w="19050">
            <a:solidFill>
              <a:srgbClr val="5080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1517904"/>
            <a:ext cx="365760" cy="182880"/>
          </a:xfrm>
          <a:prstGeom prst="line">
            <a:avLst/>
          </a:prstGeom>
          <a:noFill/>
          <a:ln w="19050">
            <a:solidFill>
              <a:srgbClr val="5080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20240" y="1700784"/>
            <a:ext cx="274320" cy="1280160"/>
          </a:xfrm>
          <a:prstGeom prst="line">
            <a:avLst/>
          </a:prstGeom>
          <a:noFill/>
          <a:ln w="19050">
            <a:solidFill>
              <a:srgbClr val="5080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2980944"/>
            <a:ext cx="365760" cy="0"/>
          </a:xfrm>
          <a:prstGeom prst="line">
            <a:avLst/>
          </a:prstGeom>
          <a:noFill/>
          <a:ln w="19050">
            <a:solidFill>
              <a:srgbClr val="5080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0" y="2980944"/>
            <a:ext cx="274320" cy="-1371600"/>
          </a:xfrm>
          <a:prstGeom prst="line">
            <a:avLst/>
          </a:prstGeom>
          <a:noFill/>
          <a:ln w="19050">
            <a:solidFill>
              <a:srgbClr val="5080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4640" y="1609344"/>
            <a:ext cx="365760" cy="-91440"/>
          </a:xfrm>
          <a:prstGeom prst="line">
            <a:avLst/>
          </a:prstGeom>
          <a:noFill/>
          <a:ln w="19050">
            <a:solidFill>
              <a:srgbClr val="5080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1517904"/>
            <a:ext cx="365760" cy="91440"/>
          </a:xfrm>
          <a:prstGeom prst="line">
            <a:avLst/>
          </a:prstGeom>
          <a:noFill/>
          <a:ln w="19050">
            <a:solidFill>
              <a:srgbClr val="5080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66160" y="1609344"/>
            <a:ext cx="274320" cy="1371600"/>
          </a:xfrm>
          <a:prstGeom prst="line">
            <a:avLst/>
          </a:prstGeom>
          <a:noFill/>
          <a:ln w="19050">
            <a:solidFill>
              <a:srgbClr val="5080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0" y="2980944"/>
            <a:ext cx="365760" cy="0"/>
          </a:xfrm>
          <a:prstGeom prst="line">
            <a:avLst/>
          </a:prstGeom>
          <a:noFill/>
          <a:ln w="19050">
            <a:solidFill>
              <a:srgbClr val="5080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1517904"/>
            <a:ext cx="0" cy="1554480"/>
          </a:xfrm>
          <a:prstGeom prst="line">
            <a:avLst/>
          </a:prstGeom>
          <a:noFill/>
          <a:ln w="19050">
            <a:solidFill>
              <a:srgbClr val="E0804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2194560" y="1517904"/>
            <a:ext cx="0" cy="1554480"/>
          </a:xfrm>
          <a:prstGeom prst="line">
            <a:avLst/>
          </a:prstGeom>
          <a:noFill/>
          <a:ln w="19050">
            <a:solidFill>
              <a:srgbClr val="E0804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804672" y="13533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08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BBox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1060704" y="1682496"/>
            <a:ext cx="73152" cy="73152"/>
          </a:xfrm>
          <a:prstGeom prst="rect">
            <a:avLst/>
          </a:prstGeom>
          <a:solidFill>
            <a:srgbClr val="C040A0"/>
          </a:solidFill>
          <a:ln w="12700">
            <a:solidFill>
              <a:srgbClr val="C040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20824" y="1682496"/>
            <a:ext cx="73152" cy="73152"/>
          </a:xfrm>
          <a:prstGeom prst="rect">
            <a:avLst/>
          </a:prstGeom>
          <a:solidFill>
            <a:srgbClr val="C040A0"/>
          </a:solidFill>
          <a:ln w="12700">
            <a:solidFill>
              <a:srgbClr val="C040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181051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4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Peak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457200" y="2295144"/>
            <a:ext cx="3977640" cy="0"/>
          </a:xfrm>
          <a:prstGeom prst="line">
            <a:avLst/>
          </a:prstGeom>
          <a:noFill/>
          <a:ln w="12700">
            <a:solidFill>
              <a:srgbClr val="30A05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219456" y="220370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0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3840480" y="220370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0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438912" y="321868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E08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BBox（整數精度）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1828800" y="321868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C04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Gradient Peak（次像素）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3218688" y="321868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30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50% Threshold（標準）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182880" y="34747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三種方法均實作，可在 Recipe 中選擇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73168" y="822960"/>
            <a:ext cx="0" cy="3931920"/>
          </a:xfrm>
          <a:prstGeom prst="line">
            <a:avLst/>
          </a:prstGeom>
          <a:noFill/>
          <a:ln w="12700">
            <a:solidFill>
              <a:srgbClr val="E8E4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868680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8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CH04  KLARF 座標校正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64608" y="1152144"/>
            <a:ext cx="1828800" cy="1828800"/>
          </a:xfrm>
          <a:prstGeom prst="rect">
            <a:avLst/>
          </a:prstGeom>
          <a:solidFill>
            <a:srgbClr val="F8F7F5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11521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座標系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956048" y="1389888"/>
            <a:ext cx="73152" cy="73152"/>
          </a:xfrm>
          <a:prstGeom prst="rect">
            <a:avLst/>
          </a:prstGeom>
          <a:solidFill>
            <a:srgbClr val="B84A3A"/>
          </a:solidFill>
          <a:ln w="12700">
            <a:solidFill>
              <a:srgbClr val="B84A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148132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B8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(0,0)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4992624" y="1426464"/>
            <a:ext cx="548640" cy="0"/>
          </a:xfrm>
          <a:prstGeom prst="line">
            <a:avLst/>
          </a:prstGeom>
          <a:noFill/>
          <a:ln w="12700">
            <a:solidFill>
              <a:srgbClr val="6B60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68112" y="13533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X→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992624" y="1426464"/>
            <a:ext cx="0" cy="640080"/>
          </a:xfrm>
          <a:prstGeom prst="line">
            <a:avLst/>
          </a:prstGeom>
          <a:noFill/>
          <a:ln w="12700">
            <a:solidFill>
              <a:srgbClr val="6B60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01184" y="20299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Y↓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956048" y="2267712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原點：左上角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向下增加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821424" y="1152144"/>
            <a:ext cx="1920240" cy="1828800"/>
          </a:xfrm>
          <a:prstGeom prst="rect">
            <a:avLst/>
          </a:prstGeom>
          <a:solidFill>
            <a:srgbClr val="FEF6EA"/>
          </a:solidFill>
          <a:ln w="12700">
            <a:solidFill>
              <a:srgbClr val="FDE8C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21424" y="11521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7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KLARF 座標系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912864" y="2651760"/>
            <a:ext cx="73152" cy="73152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94576" y="274320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C97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(0,0)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6949440" y="2688336"/>
            <a:ext cx="548640" cy="0"/>
          </a:xfrm>
          <a:prstGeom prst="line">
            <a:avLst/>
          </a:prstGeom>
          <a:noFill/>
          <a:ln w="12700">
            <a:solidFill>
              <a:srgbClr val="C97D2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24928" y="26151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97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X→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6949440" y="2688336"/>
            <a:ext cx="0" cy="-640080"/>
          </a:xfrm>
          <a:prstGeom prst="line">
            <a:avLst/>
          </a:prstGeom>
          <a:noFill/>
          <a:ln w="12700">
            <a:solidFill>
              <a:srgbClr val="C97D2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58000" y="20299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97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Y↑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912864" y="1609344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97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原點：Die 角落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C97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向上增加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864608" y="3035808"/>
            <a:ext cx="4096512" cy="493776"/>
          </a:xfrm>
          <a:prstGeom prst="rect">
            <a:avLst/>
          </a:prstGeom>
          <a:solidFill>
            <a:srgbClr val="2E2419"/>
          </a:solidFill>
          <a:ln w="12700">
            <a:solidFill>
              <a:srgbClr val="3F342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64608" y="3035808"/>
            <a:ext cx="4096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9F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YREL_new = YREL_orig − dy_nm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4864608" y="3566160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97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（減法，不是加法！）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864608" y="3803904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B8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若未校正 → 每個 KLARF 座標系統性偏移，Review SEM 無法對準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864608" y="4114800"/>
            <a:ext cx="4096512" cy="658368"/>
          </a:xfrm>
          <a:prstGeom prst="rect">
            <a:avLst/>
          </a:prstGeom>
          <a:solidFill>
            <a:srgbClr val="F0EDE6"/>
          </a:solidFill>
          <a:ln w="12700">
            <a:solidFill>
              <a:srgbClr val="CCC8C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64608" y="4114800"/>
            <a:ext cx="4096512" cy="658368"/>
          </a:xfrm>
          <a:prstGeom prst="line">
            <a:avLst/>
          </a:prstGeom>
          <a:noFill/>
          <a:ln w="9525">
            <a:solidFill>
              <a:srgbClr val="DEDAD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56048" y="422452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KLARF 輸出 + Review SEM 對準截圖 ]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956048" y="4517136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（請替換為驗證截圖）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641080" y="48691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09728"/>
            <a:ext cx="8778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8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成果展示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" y="5486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· 77+ Tests · 6× 效能提升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768096"/>
            <a:ext cx="8778240" cy="0"/>
          </a:xfrm>
          <a:prstGeom prst="line">
            <a:avLst/>
          </a:prstGeom>
          <a:noFill/>
          <a:ln w="19050">
            <a:solidFill>
              <a:srgbClr val="E8E4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841248"/>
            <a:ext cx="1755648" cy="621792"/>
          </a:xfrm>
          <a:prstGeom prst="rect">
            <a:avLst/>
          </a:prstGeom>
          <a:solidFill>
            <a:srgbClr val="FEF6EA"/>
          </a:solidFill>
          <a:ln w="6350">
            <a:solidFill>
              <a:srgbClr val="FDE8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859536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7D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11天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" y="1188720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開發完成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938528" y="841248"/>
            <a:ext cx="1755648" cy="621792"/>
          </a:xfrm>
          <a:prstGeom prst="rect">
            <a:avLst/>
          </a:prstGeom>
          <a:solidFill>
            <a:srgbClr val="FEF3E0"/>
          </a:solidFill>
          <a:ln w="6350">
            <a:solidFill>
              <a:srgbClr val="FDE8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38528" y="859536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7D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6×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938528" y="1188720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加速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94176" y="841248"/>
            <a:ext cx="1755648" cy="621792"/>
          </a:xfrm>
          <a:prstGeom prst="rect">
            <a:avLst/>
          </a:prstGeom>
          <a:solidFill>
            <a:srgbClr val="FEF6EA"/>
          </a:solidFill>
          <a:ln w="6350">
            <a:solidFill>
              <a:srgbClr val="FDE8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94176" y="859536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7D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25m→4m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94176" y="1188720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13,000 張批次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49824" y="841248"/>
            <a:ext cx="1755648" cy="621792"/>
          </a:xfrm>
          <a:prstGeom prst="rect">
            <a:avLst/>
          </a:prstGeom>
          <a:solidFill>
            <a:srgbClr val="FEF3E0"/>
          </a:solidFill>
          <a:ln w="6350">
            <a:solidFill>
              <a:srgbClr val="FDE8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9824" y="859536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7D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77+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49824" y="1188720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自動化測試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205472" y="841248"/>
            <a:ext cx="1755648" cy="621792"/>
          </a:xfrm>
          <a:prstGeom prst="rect">
            <a:avLst/>
          </a:prstGeom>
          <a:solidFill>
            <a:srgbClr val="FEF6EA"/>
          </a:solidFill>
          <a:ln w="6350">
            <a:solidFill>
              <a:srgbClr val="FDE8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05472" y="859536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7D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0行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205472" y="1188720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手寫程式碼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82880" y="1536192"/>
            <a:ext cx="4297680" cy="1627632"/>
          </a:xfrm>
          <a:prstGeom prst="rect">
            <a:avLst/>
          </a:prstGeom>
          <a:solidFill>
            <a:srgbClr val="F0EDE6"/>
          </a:solidFill>
          <a:ln w="12700">
            <a:solidFill>
              <a:srgbClr val="CCC8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1536192"/>
            <a:ext cx="4297680" cy="1627632"/>
          </a:xfrm>
          <a:prstGeom prst="line">
            <a:avLst/>
          </a:prstGeom>
          <a:noFill/>
          <a:ln w="9525">
            <a:solidFill>
              <a:srgbClr val="DEDA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1305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量測結果介面截圖 ]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4320" y="24231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（主要 UI）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63440" y="1536192"/>
            <a:ext cx="4297680" cy="1627632"/>
          </a:xfrm>
          <a:prstGeom prst="rect">
            <a:avLst/>
          </a:prstGeom>
          <a:solidFill>
            <a:srgbClr val="F0EDE6"/>
          </a:solidFill>
          <a:ln w="12700">
            <a:solidFill>
              <a:srgbClr val="CCC8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1536192"/>
            <a:ext cx="4297680" cy="1627632"/>
          </a:xfrm>
          <a:prstGeom prst="line">
            <a:avLst/>
          </a:prstGeom>
          <a:noFill/>
          <a:ln w="9525">
            <a:solidFill>
              <a:srgbClr val="DEDA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1305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HTML 統計報告截圖 ]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54880" y="24231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（輸出報告）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82880" y="3236976"/>
            <a:ext cx="4297680" cy="1499616"/>
          </a:xfrm>
          <a:prstGeom prst="rect">
            <a:avLst/>
          </a:prstGeom>
          <a:solidFill>
            <a:srgbClr val="F0EDE6"/>
          </a:solidFill>
          <a:ln w="12700">
            <a:solidFill>
              <a:srgbClr val="CCC8C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" y="3236976"/>
            <a:ext cx="4297680" cy="1499616"/>
          </a:xfrm>
          <a:prstGeom prst="line">
            <a:avLst/>
          </a:prstGeom>
          <a:noFill/>
          <a:ln w="9525">
            <a:solidFill>
              <a:srgbClr val="DEDA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7673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標注影像截圖 ]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74320" y="405993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（CD 邊緣標注）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63440" y="3236976"/>
            <a:ext cx="4297680" cy="1499616"/>
          </a:xfrm>
          <a:prstGeom prst="rect">
            <a:avLst/>
          </a:prstGeom>
          <a:solidFill>
            <a:srgbClr val="F0EDE6"/>
          </a:solidFill>
          <a:ln w="12700">
            <a:solidFill>
              <a:srgbClr val="CCC8C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3236976"/>
            <a:ext cx="4297680" cy="1499616"/>
          </a:xfrm>
          <a:prstGeom prst="line">
            <a:avLst/>
          </a:prstGeom>
          <a:noFill/>
          <a:ln w="9525">
            <a:solidFill>
              <a:srgbClr val="DEDAD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7673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KLARF 匯出 + Review SEM 結果 ]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54880" y="405993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（端到端驗證）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641080" y="48691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2E2419"/>
          </a:solidFill>
          <a:ln w="12700">
            <a:solidFill>
              <a:srgbClr val="2E24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33088"/>
            <a:ext cx="9144000" cy="1010412"/>
          </a:xfrm>
          <a:prstGeom prst="rect">
            <a:avLst/>
          </a:prstGeom>
          <a:solidFill>
            <a:srgbClr val="2E2419"/>
          </a:solidFill>
          <a:ln w="12700">
            <a:solidFill>
              <a:srgbClr val="2E241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29F4B"/>
          </a:solidFill>
          <a:ln w="12700">
            <a:solidFill>
              <a:srgbClr val="F29F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28016"/>
            <a:ext cx="8631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8CFC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不是 AI 做了這個工具，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56032" y="694944"/>
            <a:ext cx="86319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29F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是我，用 AI，做了這個工具。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56032" y="1554480"/>
            <a:ext cx="8631936" cy="0"/>
          </a:xfrm>
          <a:prstGeom prst="line">
            <a:avLst/>
          </a:prstGeom>
          <a:noFill/>
          <a:ln w="12700">
            <a:solidFill>
              <a:srgbClr val="5A48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719072"/>
            <a:ext cx="1536192" cy="603504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719072"/>
            <a:ext cx="1536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製程知識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01952" y="1792224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8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知道量什麼、結果對不對 — 這是 AI 無法取代的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2468880"/>
            <a:ext cx="1536192" cy="603504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2468880"/>
            <a:ext cx="1536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協作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01952" y="2542032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8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把選項從 1 個擴展到 N 個，並提供我沒想到的更好方法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6032" y="3218688"/>
            <a:ext cx="1536192" cy="603504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3218688"/>
            <a:ext cx="1536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迭代精進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01952" y="3291840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8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從「能跑」到 Production-grade — 20 個 Session，每輪更完整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" y="4224528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Days  ·  20 Sessions  ·  77+ Tests  ·  0 Lines Coded by Hand  ·  SEM MM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 MM</dc:title>
  <dc:subject>PptxGenJS Presentation</dc:subject>
  <dc:creator>PptxGenJS</dc:creator>
  <cp:lastModifiedBy>PptxGenJS</cp:lastModifiedBy>
  <cp:revision>1</cp:revision>
  <dcterms:created xsi:type="dcterms:W3CDTF">2026-04-28T17:34:51Z</dcterms:created>
  <dcterms:modified xsi:type="dcterms:W3CDTF">2026-04-28T17:34:51Z</dcterms:modified>
</cp:coreProperties>
</file>